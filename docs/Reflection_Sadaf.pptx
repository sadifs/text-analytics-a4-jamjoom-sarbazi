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620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84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5366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Learned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</a:rPr>
              <a:t>Sadaf Sarbazi  ·  BSAN 6200 NER Assignment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834640" cy="475488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12618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709928"/>
            <a:ext cx="2834640" cy="3108960"/>
          </a:xfrm>
          <a:prstGeom prst="rect">
            <a:avLst/>
          </a:prstGeom>
          <a:solidFill>
            <a:srgbClr val="F5EDD9"/>
          </a:solidFill>
          <a:ln w="635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828800"/>
            <a:ext cx="2514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CRF outperforms neural models on small, imbalanced datasets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Bi-LSTM and BERT need extensive examples and 300 tweets was simply not enough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hands-on experience with HuggingFace Trainer API, seqeval, and CoNLL format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234440"/>
            <a:ext cx="2834640" cy="475488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55848" y="12618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1709928"/>
            <a:ext cx="2834640" cy="3108960"/>
          </a:xfrm>
          <a:prstGeom prst="rect">
            <a:avLst/>
          </a:prstGeom>
          <a:solidFill>
            <a:srgbClr val="F5EDD9"/>
          </a:solidFill>
          <a:ln w="635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10712" y="1828800"/>
            <a:ext cx="2514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was far more time-consuming and subjective than expected, which was a surprising challenge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entities are uniquely difficult due to handles, slang, and informal abbreviations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must be very specific with real examples to meaningfully reduce disagreement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234440"/>
            <a:ext cx="2834640" cy="475488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27648" y="12618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1709928"/>
            <a:ext cx="2834640" cy="3108960"/>
          </a:xfrm>
          <a:prstGeom prst="rect">
            <a:avLst/>
          </a:prstGeom>
          <a:solidFill>
            <a:srgbClr val="F5EDD9"/>
          </a:solidFill>
          <a:ln w="635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82512" y="1828800"/>
            <a:ext cx="2514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 scores created structured and productive conversations about our disagreements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Dividing annotation batches fairly while keeping quality consistent required real coordination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refinement of guidelines is a genuine real-world professional skill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Solutions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4114800" cy="4572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663440" y="1005840"/>
            <a:ext cx="4114800" cy="4572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0332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Challenges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00600" y="10332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Solutions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4114800" cy="768096"/>
          </a:xfrm>
          <a:prstGeom prst="rect">
            <a:avLst/>
          </a:prstGeom>
          <a:solidFill>
            <a:srgbClr val="F5EDD9"/>
          </a:solidFill>
          <a:ln w="635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663440" y="1572768"/>
            <a:ext cx="4114800" cy="768096"/>
          </a:xfrm>
          <a:prstGeom prst="rect">
            <a:avLst/>
          </a:prstGeom>
          <a:solidFill>
            <a:srgbClr val="F5EDD9"/>
          </a:solidFill>
          <a:ln w="635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Bi-LSTM predicting all O tags with an F1 of 0.000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00600" y="16459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Applied sample weighting to counter the 94% O-tag imbalance, which ultimately turned out to be a fundamental data size limitation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414016"/>
            <a:ext cx="4114800" cy="768096"/>
          </a:xfrm>
          <a:prstGeom prst="rect">
            <a:avLst/>
          </a:prstGeom>
          <a:solidFill>
            <a:srgbClr val="FAFAFA"/>
          </a:solidFill>
          <a:ln w="635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2414016"/>
            <a:ext cx="4114800" cy="768096"/>
          </a:xfrm>
          <a:prstGeom prst="rect">
            <a:avLst/>
          </a:prstGeom>
          <a:solidFill>
            <a:srgbClr val="FAFAFA"/>
          </a:solidFill>
          <a:ln w="635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48716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Model 2 evaluation returning 0.000 despite successful training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248716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Debugged the Trainer API and switched to trainer.evaluate() with load_best_model_at_end set to 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255264"/>
            <a:ext cx="4114800" cy="768096"/>
          </a:xfrm>
          <a:prstGeom prst="rect">
            <a:avLst/>
          </a:prstGeom>
          <a:solidFill>
            <a:srgbClr val="F5EDD9"/>
          </a:solidFill>
          <a:ln w="635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3255264"/>
            <a:ext cx="4114800" cy="768096"/>
          </a:xfrm>
          <a:prstGeom prst="rect">
            <a:avLst/>
          </a:prstGeom>
          <a:solidFill>
            <a:srgbClr val="F5EDD9"/>
          </a:solidFill>
          <a:ln w="635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328416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Annotation was far more time-consuming and subjective than anticipated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3328416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Refined the guidelines iteratively after each batch and held regular discussions with my partner to resolve disagreements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096512"/>
            <a:ext cx="4114800" cy="768096"/>
          </a:xfrm>
          <a:prstGeom prst="rect">
            <a:avLst/>
          </a:prstGeom>
          <a:solidFill>
            <a:srgbClr val="FAFAFA"/>
          </a:solidFill>
          <a:ln w="635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4096512"/>
            <a:ext cx="4114800" cy="768096"/>
          </a:xfrm>
          <a:prstGeom prst="rect">
            <a:avLst/>
          </a:prstGeom>
          <a:solidFill>
            <a:srgbClr val="FAFAFA"/>
          </a:solidFill>
          <a:ln w="635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416966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Low recall on PROD entities in the CRF model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416966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Identified through error analysis that PROD had the fewest training examples and flagged this as a future improvement area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79"/>
            <a:ext cx="6400800" cy="8110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Peer Evaluation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8503920" cy="438912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307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</a:rPr>
              <a:t>Overall Experience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719072"/>
            <a:ext cx="8503920" cy="1417320"/>
          </a:xfrm>
          <a:prstGeom prst="rect">
            <a:avLst/>
          </a:prstGeom>
          <a:solidFill>
            <a:srgbClr val="F5EDD9"/>
          </a:solidFill>
          <a:ln w="635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810512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Aziza was a highly consistent annotator throughout the entire project, which made our collaboration smooth and productive.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She took full ownership of the Guidelines v2.0 revision and the Batch 3 review, which was a significant contribution to the quality of our annotations.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She was communicative and easy to work with at every stage, and I genuinely valued having her as a partner on this assignment.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3246120"/>
            <a:ext cx="8503920" cy="438912"/>
          </a:xfrm>
          <a:prstGeom prst="rect">
            <a:avLst/>
          </a:prstGeom>
          <a:solidFill>
            <a:srgbClr val="8B6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3273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Rating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3685032"/>
            <a:ext cx="8503920" cy="1051560"/>
          </a:xfrm>
          <a:prstGeom prst="rect">
            <a:avLst/>
          </a:prstGeom>
          <a:solidFill>
            <a:srgbClr val="F5EDD9"/>
          </a:solidFill>
          <a:ln w="635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3776472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Working with Aziza was a 10/10 experience. The annotation process was much more time-consuming and subjective than either of us expected, and having a reliable and thoughtful partner made that challenge much easier to navigate. I look forward to collaborating again.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Assignment Recommendations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4206240" cy="1645920"/>
          </a:xfrm>
          <a:prstGeom prst="rect">
            <a:avLst/>
          </a:prstGeom>
          <a:solidFill>
            <a:srgbClr val="F5EDD9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38912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More Time for Annotation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8912" y="193852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</a:rPr>
              <a:t>The annotation process was significantly more time-consuming and subjective than we anticipated. Setting aside a dedicated annotation week would greatly improve both quality and team coordination.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4206240" cy="1645920"/>
          </a:xfrm>
          <a:prstGeom prst="rect">
            <a:avLst/>
          </a:prstGeom>
          <a:solidFill>
            <a:srgbClr val="F5EDD9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19472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Address Class Imbalance Early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19472" y="193852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dirty="0">
                <a:solidFill>
                  <a:srgbClr val="1A1A1A"/>
                </a:solidFill>
              </a:rPr>
              <a:t>We encountered severe class imbalance with 94% of tokens labeled as O, which caused the Bi-LSTM to predict only O tags. We attempted to address this with sample weighting, though the fundamental limitation was the small dataset size.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3017520"/>
            <a:ext cx="4206240" cy="1645920"/>
          </a:xfrm>
          <a:prstGeom prst="rect">
            <a:avLst/>
          </a:prstGeom>
          <a:solidFill>
            <a:srgbClr val="F5EDD9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" y="3154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Keep the Active Learning Loop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" y="358444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</a:rPr>
              <a:t>Batch 3, where the CRF pre-annotates and humans correct, was the most practical and engaging part of the assignment. It directly mirrors real-world NLP pipelines and should stay.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3017520"/>
            <a:ext cx="4206240" cy="1645920"/>
          </a:xfrm>
          <a:prstGeom prst="rect">
            <a:avLst/>
          </a:prstGeom>
          <a:solidFill>
            <a:srgbClr val="F5EDD9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19472" y="3154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Prepare Students for Subjectivity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358444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</a:rPr>
              <a:t>We did not expect how subjective annotation decisions could be, especially with Twitter text. A discussion on handling edge cases and ambiguity would be very helpful.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519</Words>
  <Application>Microsoft Macintosh PowerPoint</Application>
  <PresentationFormat>On-screen Show (16:9)</PresentationFormat>
  <Paragraphs>45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Sarbazi, Sadaf</cp:lastModifiedBy>
  <cp:revision>7</cp:revision>
  <dcterms:created xsi:type="dcterms:W3CDTF">2026-04-21T20:20:33Z</dcterms:created>
  <dcterms:modified xsi:type="dcterms:W3CDTF">2026-04-21T22:00:51Z</dcterms:modified>
</cp:coreProperties>
</file>